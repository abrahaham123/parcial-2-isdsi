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6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10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423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7131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130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437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52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015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0083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708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253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3781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4545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3595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3847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17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1556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2980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4B3C4-862E-44FB-B717-29BAFA19BE46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01C1B-1DAE-460C-A60D-C94E2630DA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62962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961CC-51F4-11EB-DF06-08472677A0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Realidades de la inteligencia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4077C3-6A10-0AF0-C1CC-8C875CE6AB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Esaú Pérez López</a:t>
            </a:r>
          </a:p>
        </p:txBody>
      </p:sp>
    </p:spTree>
    <p:extLst>
      <p:ext uri="{BB962C8B-B14F-4D97-AF65-F5344CB8AC3E}">
        <p14:creationId xmlns:p14="http://schemas.microsoft.com/office/powerpoint/2010/main" val="173464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9903F6-FD87-DDA1-E6F7-4D563ABF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4476F9-DD91-EE21-E948-D7B9DE151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inteligencia artificial (IA) es la ciencia y la ingeniería de desarrollar sistemas informáticos que pueden realizar tareas que normalmente requieren inteligencia humana, como el aprendizaje, el razonamiento, la percepción y la comprensión del lenguaje. Se trata de una tecnología que permite a las máquinas imitar la inteligencia humana y realizar tareas de manera autónoma. </a:t>
            </a:r>
          </a:p>
        </p:txBody>
      </p:sp>
    </p:spTree>
    <p:extLst>
      <p:ext uri="{BB962C8B-B14F-4D97-AF65-F5344CB8AC3E}">
        <p14:creationId xmlns:p14="http://schemas.microsoft.com/office/powerpoint/2010/main" val="270442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2FC63-30A3-139C-6026-3F7A758D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Escepticismo ante los avances tecnológicos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97F5A1-35DB-52D2-19D3-AE1897DB9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escepticismo sobre una tecnología depende del productor y de la reputación de la marca. La reputación de los productores y las marcas juega un papel fundamental a la hora de desencadenar o reducir el escepticismo hacia la tecnología.</a:t>
            </a:r>
          </a:p>
        </p:txBody>
      </p:sp>
    </p:spTree>
    <p:extLst>
      <p:ext uri="{BB962C8B-B14F-4D97-AF65-F5344CB8AC3E}">
        <p14:creationId xmlns:p14="http://schemas.microsoft.com/office/powerpoint/2010/main" val="357835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DCB0E-9DC0-0A6F-4B8B-376ED9BCA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Limitaciones adquiridos por la </a:t>
            </a:r>
            <a:r>
              <a:rPr lang="es-MX" dirty="0" err="1"/>
              <a:t>ia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7BC8B5-C243-BB88-AB93-A5CE29180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s-MX" dirty="0"/>
              <a:t>La Inteligencia Artificial (IA) presenta diversas limitaciones, incluyendo la falta de creatividad, la incapacidad para comprender el contexto y la toma de decisiones éticas, así como la vulnerabilidad a sesgos algorítmicos. Además, la IA puede ser costosa de implementar y mantener, y su desarrollo requiere de grandes cantidades de datos y poder de cómputo. </a:t>
            </a:r>
          </a:p>
          <a:p>
            <a:br>
              <a:rPr lang="es-MX" dirty="0"/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31290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900FD-6B6B-AA7A-CFC5-7734A050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Contribuciones de la IA EN LA BIOMEDICINA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ADD5BF-C1F9-3149-9DB3-73910D942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Facilita la monitorización y el cuidado de los pacientes, la robótica quirúrgica, el descubrimiento de nuevos fármacos e incluso la experiencia formativa de profesionales con la simulación de situaciones clínicas para que el personal sanitario pueda exponerse a dichas situaciones y aprender sin riesgo.</a:t>
            </a:r>
          </a:p>
        </p:txBody>
      </p:sp>
    </p:spTree>
    <p:extLst>
      <p:ext uri="{BB962C8B-B14F-4D97-AF65-F5344CB8AC3E}">
        <p14:creationId xmlns:p14="http://schemas.microsoft.com/office/powerpoint/2010/main" val="1570761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1D68-43C4-A7FE-B457-B065F786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RIESGOS DE LA 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0E7439-1E15-2CB9-CB36-F3AB02CE6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Los riesgos de la Inteligencia Artificial (IA) son diversos y van desde amenazas a la seguridad y la privacidad hasta problemas éticos y sociales. Algunos de los riesgos más destacados incluyen el uso malicioso de la IA, la falta de transparencia y rendición de cuentas, los riesgos para la seguridad y la ciberseguridad, la pérdida de empleos, los sesgos algorítmicos y la posibilidad de afectar la seguridad global. </a:t>
            </a:r>
          </a:p>
        </p:txBody>
      </p:sp>
    </p:spTree>
    <p:extLst>
      <p:ext uri="{BB962C8B-B14F-4D97-AF65-F5344CB8AC3E}">
        <p14:creationId xmlns:p14="http://schemas.microsoft.com/office/powerpoint/2010/main" val="91028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AFD7F-6B6F-32BA-8423-90494429B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INTELIGENCIA ARTIFICIAL EN INVESTIGACION CIENTIFICA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6590C9-758F-5FB8-7EEC-18BA48254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Inteligencia Artificial (IA) se está integrando cada vez más en la investigación científica, ofreciendo nuevas herramientas y métodos para la exploración, análisis y descubrimiento. La IA puede facilitar la recopilación y procesamiento de datos, ayudar en la detección de patrones, acelerar el desarrollo de medicamentos y mejorar la precisión de los diagnósticos. </a:t>
            </a:r>
          </a:p>
        </p:txBody>
      </p:sp>
    </p:spTree>
    <p:extLst>
      <p:ext uri="{BB962C8B-B14F-4D97-AF65-F5344CB8AC3E}">
        <p14:creationId xmlns:p14="http://schemas.microsoft.com/office/powerpoint/2010/main" val="160075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2B822-F7F8-FDDF-5655-1F9FE7749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IMPACTO DE LA IA EN LA PRODUCTIVIDAD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5279BF-99A8-C615-3757-6F6EF6095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Integración de AI en los flujos de trabajo cotidianos puede aumentar significativamente la productividad, transformando la forma en que las personas y los miembros del equipo colaboran. Otros beneficios clave incluyen: Ahorro de tiempo mejorado. Mayor Eficiencia.</a:t>
            </a:r>
          </a:p>
        </p:txBody>
      </p:sp>
    </p:spTree>
    <p:extLst>
      <p:ext uri="{BB962C8B-B14F-4D97-AF65-F5344CB8AC3E}">
        <p14:creationId xmlns:p14="http://schemas.microsoft.com/office/powerpoint/2010/main" val="199260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036F2-B4B9-B4D3-151A-6A977F5A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Evolución de la </a:t>
            </a:r>
            <a:r>
              <a:rPr lang="es-MX" dirty="0" err="1"/>
              <a:t>ia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360A3-BB52-7187-E273-87CE65BA5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evolución de la Inteligencia Artificial (IA) ha sido notable, pasando de sistemas basados en reglas a modelos de aprendizaje profundo. La IA ha avanzado significativamente en áreas como el procesamiento del lenguaje natural, el reconocimiento de imágenes y la robótica, gracias al desarrollo de algoritmos más complejos y el aumento de la capacidad de procesamiento de datos</a:t>
            </a:r>
          </a:p>
        </p:txBody>
      </p:sp>
    </p:spTree>
    <p:extLst>
      <p:ext uri="{BB962C8B-B14F-4D97-AF65-F5344CB8AC3E}">
        <p14:creationId xmlns:p14="http://schemas.microsoft.com/office/powerpoint/2010/main" val="4211556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6872D0-976D-6B8D-D0D2-0060A927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6000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886387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51</TotalTime>
  <Words>506</Words>
  <Application>Microsoft Office PowerPoint</Application>
  <PresentationFormat>Panorámica</PresentationFormat>
  <Paragraphs>20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Circuito</vt:lpstr>
      <vt:lpstr>Realidades de la inteligencia artificial</vt:lpstr>
      <vt:lpstr>La IA</vt:lpstr>
      <vt:lpstr>Escepticismo ante los avances tecnológicos</vt:lpstr>
      <vt:lpstr>Limitaciones adquiridos por la ia</vt:lpstr>
      <vt:lpstr>Contribuciones de la IA EN LA BIOMEDICINA</vt:lpstr>
      <vt:lpstr>RIESGOS DE LA IA</vt:lpstr>
      <vt:lpstr>INTELIGENCIA ARTIFICIAL EN INVESTIGACION CIENTIFICA</vt:lpstr>
      <vt:lpstr>IMPACTO DE LA IA EN LA PRODUCTIVIDAD</vt:lpstr>
      <vt:lpstr>Evolución de la ia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CompuAula 03</dc:creator>
  <cp:lastModifiedBy>CompuAula 03</cp:lastModifiedBy>
  <cp:revision>1</cp:revision>
  <dcterms:created xsi:type="dcterms:W3CDTF">2025-06-11T00:31:15Z</dcterms:created>
  <dcterms:modified xsi:type="dcterms:W3CDTF">2025-06-11T01:22:58Z</dcterms:modified>
</cp:coreProperties>
</file>